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6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1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5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3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9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8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6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8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41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08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6880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43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14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75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24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3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33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ITSM Automation using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Automating IT Support using Machine Learning &amp; Knowledge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3CC71-A27A-B3D3-B0E7-559594FB1919}"/>
              </a:ext>
            </a:extLst>
          </p:cNvPr>
          <p:cNvSpPr txBox="1"/>
          <p:nvPr/>
        </p:nvSpPr>
        <p:spPr>
          <a:xfrm>
            <a:off x="866442" y="5475783"/>
            <a:ext cx="4989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Manu Chopra</a:t>
            </a:r>
          </a:p>
          <a:p>
            <a:r>
              <a:rPr lang="en-IN" dirty="0"/>
              <a:t>Phone number: 9915026353</a:t>
            </a:r>
          </a:p>
          <a:p>
            <a:r>
              <a:rPr lang="en-IN" dirty="0"/>
              <a:t>Student Mail: carebymanu@gmail.com</a:t>
            </a:r>
          </a:p>
          <a:p>
            <a:r>
              <a:rPr lang="en-IN" dirty="0"/>
              <a:t>Student Code: iitrprai_24091692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IT environments generate large volumes of support tickets</a:t>
            </a:r>
          </a:p>
          <a:p>
            <a:r>
              <a:t>Manual classification and resolution cause delays</a:t>
            </a:r>
          </a:p>
          <a:p>
            <a:r>
              <a:t>Knowledge reuse is limited and inconsistent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ticket classification using NLP</a:t>
            </a:r>
          </a:p>
          <a:p>
            <a:r>
              <a:t>Register complaints with validation</a:t>
            </a:r>
          </a:p>
          <a:p>
            <a:r>
              <a:t>Provide intelligent KEDB-based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tickets.xlsx – historical incidents</a:t>
            </a:r>
          </a:p>
          <a:p>
            <a:r>
              <a:t>Sites.xlsx – site master</a:t>
            </a:r>
          </a:p>
          <a:p>
            <a:r>
              <a:t>Inventory.xlsx – asset data</a:t>
            </a:r>
          </a:p>
          <a:p>
            <a:r>
              <a:t>KEDB &amp; Solutions – knowledge 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preprocessing (TITLE + DESCRIPTION)</a:t>
            </a:r>
          </a:p>
          <a:p>
            <a:r>
              <a:t>TF-IDF vectorization</a:t>
            </a:r>
          </a:p>
          <a:p>
            <a:r>
              <a:t>Logistic Regression classification</a:t>
            </a:r>
          </a:p>
          <a:p>
            <a:r>
              <a:t>Cosine similarity for 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NLP Processing</a:t>
            </a:r>
          </a:p>
          <a:p>
            <a:r>
              <a:t>ML Classification</a:t>
            </a:r>
          </a:p>
          <a:p>
            <a:r>
              <a:t>Complaint Registration</a:t>
            </a:r>
          </a:p>
          <a:p>
            <a:r>
              <a:t>KEDB Solution 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Complaint Registration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Accepts Site or Tag</a:t>
            </a:r>
          </a:p>
          <a:p>
            <a:r>
              <a:t>Validates site-tag mapping</a:t>
            </a:r>
          </a:p>
          <a:p>
            <a:r>
              <a:t>Auto-generates complaint ID</a:t>
            </a:r>
          </a:p>
          <a:p>
            <a:r>
              <a:t>Stores data in Complaints.xlsx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KEDB Knowledge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Predicts Issue Type from text</a:t>
            </a:r>
          </a:p>
          <a:p>
            <a:r>
              <a:t>Retrieves multiple solutions</a:t>
            </a:r>
          </a:p>
          <a:p>
            <a:r>
              <a:t>Reduces repetitive troubleshooting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Ticket classification accuracy ~74%</a:t>
            </a:r>
          </a:p>
          <a:p>
            <a:r>
              <a:t>Successful automation of complaint flow</a:t>
            </a:r>
          </a:p>
          <a:p>
            <a:r>
              <a:t>Multiple solution suggestions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personal data used</a:t>
            </a:r>
          </a:p>
          <a:p>
            <a:r>
              <a:t>Predictions are advisory</a:t>
            </a:r>
          </a:p>
          <a:p>
            <a:r>
              <a:t>Human override possible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significantly improves ITSM efficiency</a:t>
            </a:r>
          </a:p>
          <a:p>
            <a:r>
              <a:t>Reduces resolution time</a:t>
            </a:r>
          </a:p>
          <a:p>
            <a:r>
              <a:t>Scalable for enterprise 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models (BERT)</a:t>
            </a:r>
          </a:p>
          <a:p>
            <a:r>
              <a:t>SLA breach prediction</a:t>
            </a:r>
          </a:p>
          <a:p>
            <a:r>
              <a:t>Web-based dashboard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217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AI-Driven ITSM Automation using NLP</vt:lpstr>
      <vt:lpstr>Problem Statement</vt:lpstr>
      <vt:lpstr>Project Objectives</vt:lpstr>
      <vt:lpstr>Dataset Used</vt:lpstr>
      <vt:lpstr>Methodology</vt:lpstr>
      <vt:lpstr>System Architecture</vt:lpstr>
      <vt:lpstr>Complaint Registration Chatbot</vt:lpstr>
      <vt:lpstr>KEDB Knowledge Engine</vt:lpstr>
      <vt:lpstr>Results</vt:lpstr>
      <vt:lpstr>Ethical &amp; Responsible AI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 Chopra</cp:lastModifiedBy>
  <cp:revision>2</cp:revision>
  <dcterms:created xsi:type="dcterms:W3CDTF">2013-01-27T09:14:16Z</dcterms:created>
  <dcterms:modified xsi:type="dcterms:W3CDTF">2026-01-17T16:03:04Z</dcterms:modified>
  <cp:category/>
</cp:coreProperties>
</file>